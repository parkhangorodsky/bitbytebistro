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6" r:id="rId3"/>
    <p:sldId id="267" r:id="rId4"/>
    <p:sldId id="273" r:id="rId5"/>
    <p:sldId id="268" r:id="rId6"/>
    <p:sldId id="269" r:id="rId7"/>
    <p:sldId id="270" r:id="rId8"/>
    <p:sldId id="271" r:id="rId9"/>
    <p:sldId id="272" r:id="rId10"/>
    <p:sldId id="274" r:id="rId11"/>
    <p:sldId id="275" r:id="rId12"/>
    <p:sldId id="276" r:id="rId13"/>
    <p:sldId id="277" r:id="rId14"/>
    <p:sldId id="278" r:id="rId15"/>
    <p:sldId id="279" r:id="rId16"/>
    <p:sldId id="258" r:id="rId17"/>
    <p:sldId id="257" r:id="rId18"/>
    <p:sldId id="265" r:id="rId19"/>
    <p:sldId id="259" r:id="rId20"/>
    <p:sldId id="260" r:id="rId21"/>
    <p:sldId id="262" r:id="rId22"/>
    <p:sldId id="264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0C00AB-B373-95D5-3581-5F8FBAE9C60A}" v="1" dt="2023-11-13T01:16:06.659"/>
    <p1510:client id="{6CA6FF03-EF6F-5A42-81E5-F7B0FDD76DF9}" v="2212" dt="2023-11-11T17:31:25.9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80"/>
    <p:restoredTop sz="94657"/>
  </p:normalViewPr>
  <p:slideViewPr>
    <p:cSldViewPr snapToGrid="0">
      <p:cViewPr>
        <p:scale>
          <a:sx n="89" d="100"/>
          <a:sy n="89" d="100"/>
        </p:scale>
        <p:origin x="416" y="9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424B8-4B6E-E194-D05C-D34EE5FDD4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06A709-9C60-1436-E210-9FB28BEDF6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76B726-0811-63EB-8222-891162A97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1449F-A97B-9942-BFA3-A511CFEDD648}" type="datetimeFigureOut">
              <a:rPr lang="en-US" smtClean="0"/>
              <a:t>8/7/24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26D765-8521-FEF3-66AC-FD4986D75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B30BBC-883A-1378-B723-7CBB5C735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DB4BD-1B05-0C44-B2AE-A70A2A6F3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5060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DED1A-6878-A5F4-0670-75D6CBF8D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D5007F-069B-F1E5-6C40-582B0BA774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74135B-C14F-1EE5-2360-4179DDC02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1449F-A97B-9942-BFA3-A511CFEDD648}" type="datetimeFigureOut">
              <a:rPr lang="en-US" smtClean="0"/>
              <a:t>8/7/24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BEAB6E-6AA8-4010-2297-C91BD1398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E36301-A6B9-2406-D916-95769AA9F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DB4BD-1B05-0C44-B2AE-A70A2A6F3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0869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D9CD5-0A9F-1484-3A11-332CBBA02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EE56DD-4F4C-C487-01F2-8D57B39C7A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037061-524D-3BFA-1973-866FD6EBB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1449F-A97B-9942-BFA3-A511CFEDD648}" type="datetimeFigureOut">
              <a:rPr lang="en-US" smtClean="0"/>
              <a:t>8/7/24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9FAC71-E0D4-98F9-03B7-CA0CE3FD8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6905AE-D691-0648-EFA9-4F67CEAE9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DB4BD-1B05-0C44-B2AE-A70A2A6F3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8519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74427-ACF8-AE97-9F68-32A1A5A6D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1D9153-462F-AB3B-4BE7-AD0217F374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31CA26-40B8-0FC9-7376-248CEF8571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942697-D4A6-3CD6-9C4F-91485EAE97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1449F-A97B-9942-BFA3-A511CFEDD648}" type="datetimeFigureOut">
              <a:rPr lang="en-US" smtClean="0"/>
              <a:t>8/7/24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C41CF4-57FB-C425-2932-48F55C012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10B68F-2ED9-26B6-331E-A0CF9AE09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DB4BD-1B05-0C44-B2AE-A70A2A6F3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876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D9DBA-E6C0-44F8-29E9-4E0B6CD23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343422-A902-FE55-43E7-3722F20010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B98C3B-691B-BDC3-6834-9EDFAC40BB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8DEA42-0BD3-E618-C7CA-BF3152203B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F5E68D-B1A1-48E6-CE43-6AF5D77029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7E9409-38D9-972A-38FB-678CC2B90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1449F-A97B-9942-BFA3-A511CFEDD648}" type="datetimeFigureOut">
              <a:rPr lang="en-US" smtClean="0"/>
              <a:t>8/7/24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EC0FAD-5C23-9647-7A78-5D3D7956B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DC83B6-26F7-D671-2807-78456CA99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DB4BD-1B05-0C44-B2AE-A70A2A6F3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374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CC09B-8D07-DBAC-FFC9-13B3CE29A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DCDE71-05D3-4FCA-37CC-B63552068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1449F-A97B-9942-BFA3-A511CFEDD648}" type="datetimeFigureOut">
              <a:rPr lang="en-US" smtClean="0"/>
              <a:t>8/7/24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6A9E52-DC39-2648-4C44-44C8E6E59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4E8CA9-E4DD-68B0-355B-B48886805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DB4BD-1B05-0C44-B2AE-A70A2A6F3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1961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EE8196-21F4-B340-9F18-FE2F31034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1449F-A97B-9942-BFA3-A511CFEDD648}" type="datetimeFigureOut">
              <a:rPr lang="en-US" smtClean="0"/>
              <a:t>8/7/24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1E8384-DDB3-6658-08F6-8EAD5E1D3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F19DE9-5322-D28D-D0C6-AE053FFFB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DB4BD-1B05-0C44-B2AE-A70A2A6F3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8741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73440-4EDA-D1C0-318E-FD1AFD1966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1F3C1E-1AD4-49FF-0B99-D58E136366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FE6177-FF7B-F1DF-7B6D-D46D95BBAA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7353FC-9C0F-6E25-92DF-D20CE8C3B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1449F-A97B-9942-BFA3-A511CFEDD648}" type="datetimeFigureOut">
              <a:rPr lang="en-US" smtClean="0"/>
              <a:t>8/7/24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FC7641-4B23-971E-49F5-F655E4D37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E95BFB-A153-E3C8-3BE0-5247389D0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DB4BD-1B05-0C44-B2AE-A70A2A6F3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980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4DECE-5A16-A06F-4DFF-E511C7A58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45C41C-6AA7-C744-C17B-141BB5A25D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FC8106-6D93-1D82-5EB2-755426213D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44EBD9-E120-7A68-865D-B724CEA57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1449F-A97B-9942-BFA3-A511CFEDD648}" type="datetimeFigureOut">
              <a:rPr lang="en-US" smtClean="0"/>
              <a:t>8/7/24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7B0C82-C4B1-1110-C656-B0DEFC50F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EE6166-AEE5-348C-D4C5-8E3DE27BB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DB4BD-1B05-0C44-B2AE-A70A2A6F3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0820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B4E9F-2FCA-D465-123A-753CB2FE6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C40C9C-2480-94CD-0C1E-C12FFF7B39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6FC358-B0D3-05F0-DA8F-D8BB3BE3A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1449F-A97B-9942-BFA3-A511CFEDD648}" type="datetimeFigureOut">
              <a:rPr lang="en-US" smtClean="0"/>
              <a:t>8/7/24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D92FFD-0D5C-0171-0B30-7025152BC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A0836C-7B0B-0112-3A88-FE6D8A060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DB4BD-1B05-0C44-B2AE-A70A2A6F3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47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5D15110-6DA4-D933-4A7A-F6F77ECD26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917D69-3A2E-E910-301D-65E1780480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5536F6-7276-B533-56C2-813351311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1449F-A97B-9942-BFA3-A511CFEDD648}" type="datetimeFigureOut">
              <a:rPr lang="en-US" smtClean="0"/>
              <a:t>8/7/24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4CDC87-E4DF-EE92-98CC-753651B6F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56FD44-D30B-D8D7-3A0B-E64EEBB58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DB4BD-1B05-0C44-B2AE-A70A2A6F3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358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9A8F44-8830-47E7-D9ED-426C4F14A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4E076D-7343-4AE4-6ABC-DEB6971797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EE4232-B445-6140-2A49-17ED0EF35E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61449F-A97B-9942-BFA3-A511CFEDD648}" type="datetimeFigureOut">
              <a:rPr lang="en-US" smtClean="0"/>
              <a:t>8/7/24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FB1086-F40E-A9F0-EA72-525063655B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858BC8-A2FD-2447-0A1A-6B3C2E0884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2DB4BD-1B05-0C44-B2AE-A70A2A6F3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7300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8F265-8E4C-72C5-4E5F-C8A1D9827E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CSC207 Final Project Presentation Template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0F14FC-96B8-8C82-2BF8-68A3A1B28A3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Group Number ###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E7AB76-3C40-9F01-B224-E8E23D8A63E1}"/>
              </a:ext>
            </a:extLst>
          </p:cNvPr>
          <p:cNvSpPr txBox="1"/>
          <p:nvPr/>
        </p:nvSpPr>
        <p:spPr>
          <a:xfrm>
            <a:off x="630825" y="4934634"/>
            <a:ext cx="10930364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/>
              <a:t>Reminder 1: Make sure to rehearse and time your presentation to ensure you can get through it within</a:t>
            </a:r>
          </a:p>
          <a:p>
            <a:pPr algn="ctr"/>
            <a:r>
              <a:rPr lang="en-US" b="1"/>
              <a:t>the allotted 15 minutes!</a:t>
            </a:r>
          </a:p>
          <a:p>
            <a:pPr algn="ctr"/>
            <a:endParaRPr lang="en-US" b="1"/>
          </a:p>
          <a:p>
            <a:pPr algn="ctr"/>
            <a:r>
              <a:rPr lang="en-US" b="1"/>
              <a:t>Reminder 2: Your presentation needs to provide convincing evidence that you have satisfied the rubric elements.</a:t>
            </a:r>
          </a:p>
          <a:p>
            <a:pPr algn="ctr"/>
            <a:endParaRPr lang="en-US" b="1"/>
          </a:p>
          <a:p>
            <a:pPr algn="ctr"/>
            <a:r>
              <a:rPr lang="en-US" b="1"/>
              <a:t>Reminder 3: Every member of the team must speak during the presentation.</a:t>
            </a:r>
          </a:p>
        </p:txBody>
      </p:sp>
    </p:spTree>
    <p:extLst>
      <p:ext uri="{BB962C8B-B14F-4D97-AF65-F5344CB8AC3E}">
        <p14:creationId xmlns:p14="http://schemas.microsoft.com/office/powerpoint/2010/main" val="19090255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D874B-0886-CA47-DB1E-A9BD004B6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235149" cy="1325563"/>
          </a:xfrm>
        </p:spPr>
        <p:txBody>
          <a:bodyPr/>
          <a:lstStyle/>
          <a:p>
            <a:r>
              <a:rPr lang="en-KR" dirty="0"/>
              <a:t>OCP</a:t>
            </a:r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B80D4EFA-7774-8AD5-48CA-D18383D00D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2601" y="738246"/>
            <a:ext cx="7772400" cy="5381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61669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D874B-0886-CA47-DB1E-A9BD004B6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235149" cy="1325563"/>
          </a:xfrm>
        </p:spPr>
        <p:txBody>
          <a:bodyPr/>
          <a:lstStyle/>
          <a:p>
            <a:r>
              <a:rPr lang="en-KR" dirty="0"/>
              <a:t>SRP</a:t>
            </a:r>
          </a:p>
        </p:txBody>
      </p:sp>
      <p:pic>
        <p:nvPicPr>
          <p:cNvPr id="14" name="Picture 13" descr="A screenshot of a computer&#10;&#10;Description automatically generated">
            <a:extLst>
              <a:ext uri="{FF2B5EF4-FFF2-40B4-BE49-F238E27FC236}">
                <a16:creationId xmlns:a16="http://schemas.microsoft.com/office/drawing/2014/main" id="{4993054B-80FF-F4F0-0992-25BDD18996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0459" y="1629672"/>
            <a:ext cx="7772400" cy="3598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0126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D874B-0886-CA47-DB1E-A9BD004B6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235149" cy="1325563"/>
          </a:xfrm>
        </p:spPr>
        <p:txBody>
          <a:bodyPr/>
          <a:lstStyle/>
          <a:p>
            <a:r>
              <a:rPr lang="en-KR" dirty="0"/>
              <a:t>SRP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ECB86E-6C38-5AF6-FAA1-E221F9BC2E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400" y="1025346"/>
            <a:ext cx="7772400" cy="4807308"/>
          </a:xfrm>
          <a:prstGeom prst="rect">
            <a:avLst/>
          </a:prstGeom>
        </p:spPr>
      </p:pic>
      <p:pic>
        <p:nvPicPr>
          <p:cNvPr id="11" name="Graphic 10" descr="Arrow Right with solid fill">
            <a:extLst>
              <a:ext uri="{FF2B5EF4-FFF2-40B4-BE49-F238E27FC236}">
                <a16:creationId xmlns:a16="http://schemas.microsoft.com/office/drawing/2014/main" id="{175C39BA-028F-5BD0-A274-8CAE77F1B9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71028" y="297180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39891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D874B-0886-CA47-DB1E-A9BD004B6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235149" cy="1325563"/>
          </a:xfrm>
        </p:spPr>
        <p:txBody>
          <a:bodyPr/>
          <a:lstStyle/>
          <a:p>
            <a:r>
              <a:rPr lang="en-KR" dirty="0"/>
              <a:t>SRP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FECE13F-A5A8-0AA9-754F-B37A68EA09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023" y="3095647"/>
            <a:ext cx="7772400" cy="666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5015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D874B-0886-CA47-DB1E-A9BD004B6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235149" cy="1325563"/>
          </a:xfrm>
        </p:spPr>
        <p:txBody>
          <a:bodyPr/>
          <a:lstStyle/>
          <a:p>
            <a:r>
              <a:rPr lang="en-KR" dirty="0"/>
              <a:t>SRP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2AF8F2-0CED-0E54-1A99-EDFFB9D86C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5871" y="1266588"/>
            <a:ext cx="7772400" cy="4324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656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D874B-0886-CA47-DB1E-A9BD004B6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235149" cy="1325563"/>
          </a:xfrm>
        </p:spPr>
        <p:txBody>
          <a:bodyPr/>
          <a:lstStyle/>
          <a:p>
            <a:r>
              <a:rPr lang="en-KR" dirty="0"/>
              <a:t>SRP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1779E6C-DE26-06C0-6B1A-A238141677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3412" y="365125"/>
            <a:ext cx="7472082" cy="6384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2207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D874B-0886-CA47-DB1E-A9BD004B6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235149" cy="1325563"/>
          </a:xfrm>
        </p:spPr>
        <p:txBody>
          <a:bodyPr/>
          <a:lstStyle/>
          <a:p>
            <a:r>
              <a:rPr lang="en-KR" dirty="0"/>
              <a:t>SRP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DE7F792-FB83-2228-6AEE-B4F7B62BC9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9282" y="581987"/>
            <a:ext cx="7772400" cy="6070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1010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D874B-0886-CA47-DB1E-A9BD004B6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235149" cy="1325563"/>
          </a:xfrm>
        </p:spPr>
        <p:txBody>
          <a:bodyPr/>
          <a:lstStyle/>
          <a:p>
            <a:r>
              <a:rPr lang="en-KR" dirty="0"/>
              <a:t>DIP</a:t>
            </a:r>
          </a:p>
        </p:txBody>
      </p:sp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6C68335E-8BDE-B73A-57F2-356037ECAF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4922" y="642480"/>
            <a:ext cx="7772400" cy="5573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8112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D874B-0886-CA47-DB1E-A9BD004B6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5125"/>
            <a:ext cx="3025588" cy="1325563"/>
          </a:xfrm>
        </p:spPr>
        <p:txBody>
          <a:bodyPr>
            <a:normAutofit/>
          </a:bodyPr>
          <a:lstStyle/>
          <a:p>
            <a:r>
              <a:rPr lang="en-KR" dirty="0"/>
              <a:t>Observer</a:t>
            </a:r>
          </a:p>
        </p:txBody>
      </p:sp>
      <p:pic>
        <p:nvPicPr>
          <p:cNvPr id="4" name="Picture 3" descr="A screen shot of a computer&#10;&#10;Description automatically generated">
            <a:extLst>
              <a:ext uri="{FF2B5EF4-FFF2-40B4-BE49-F238E27FC236}">
                <a16:creationId xmlns:a16="http://schemas.microsoft.com/office/drawing/2014/main" id="{8E5D7DAA-2039-4272-7A89-AB5EE4C906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968" y="2686172"/>
            <a:ext cx="9988064" cy="2208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2657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D874B-0886-CA47-DB1E-A9BD004B6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5125"/>
            <a:ext cx="3025588" cy="1325563"/>
          </a:xfrm>
        </p:spPr>
        <p:txBody>
          <a:bodyPr>
            <a:normAutofit/>
          </a:bodyPr>
          <a:lstStyle/>
          <a:p>
            <a:r>
              <a:rPr lang="en-KR" dirty="0"/>
              <a:t>Facade</a:t>
            </a:r>
          </a:p>
        </p:txBody>
      </p:sp>
      <p:pic>
        <p:nvPicPr>
          <p:cNvPr id="5" name="Picture 4" descr="A diagram of a company&#10;&#10;Description automatically generated">
            <a:extLst>
              <a:ext uri="{FF2B5EF4-FFF2-40B4-BE49-F238E27FC236}">
                <a16:creationId xmlns:a16="http://schemas.microsoft.com/office/drawing/2014/main" id="{F493A19E-19C6-EC82-DCF5-5672A91CF4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3928" y="1302989"/>
            <a:ext cx="9486750" cy="5189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0232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D874B-0886-CA47-DB1E-A9BD004B6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365125"/>
            <a:ext cx="5983941" cy="1325563"/>
          </a:xfrm>
        </p:spPr>
        <p:txBody>
          <a:bodyPr>
            <a:normAutofit/>
          </a:bodyPr>
          <a:lstStyle/>
          <a:p>
            <a:r>
              <a:rPr lang="en-KR" dirty="0"/>
              <a:t>Dependency</a:t>
            </a:r>
            <a:br>
              <a:rPr lang="en-KR" dirty="0"/>
            </a:br>
            <a:r>
              <a:rPr lang="en-KR" dirty="0"/>
              <a:t>Injection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B3183EB-F122-652B-D113-407DA2C4A4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6177" y="365125"/>
            <a:ext cx="7772400" cy="428096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E32865A-8C27-F4DD-2D28-6A5A6EF17A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6177" y="4721977"/>
            <a:ext cx="7772400" cy="70179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836185E-B813-86FD-ED22-342183877C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6177" y="5499665"/>
            <a:ext cx="7772400" cy="32458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4B207E0-62C7-9977-FC0A-3725F4EB5B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6177" y="5872143"/>
            <a:ext cx="7772400" cy="27194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F84EC8F-EEA0-ABEC-7026-46840C9672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46177" y="6191986"/>
            <a:ext cx="7772400" cy="245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6629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D874B-0886-CA47-DB1E-A9BD004B6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365125"/>
            <a:ext cx="5983941" cy="1325563"/>
          </a:xfrm>
        </p:spPr>
        <p:txBody>
          <a:bodyPr>
            <a:normAutofit/>
          </a:bodyPr>
          <a:lstStyle/>
          <a:p>
            <a:r>
              <a:rPr lang="en-KR" dirty="0"/>
              <a:t>Factory</a:t>
            </a:r>
          </a:p>
        </p:txBody>
      </p:sp>
      <p:pic>
        <p:nvPicPr>
          <p:cNvPr id="9" name="Picture 8" descr="A screenshot of a computer&#10;&#10;Description automatically generated">
            <a:extLst>
              <a:ext uri="{FF2B5EF4-FFF2-40B4-BE49-F238E27FC236}">
                <a16:creationId xmlns:a16="http://schemas.microsoft.com/office/drawing/2014/main" id="{4D982B63-E535-26FE-AF0F-8AB4B7A3D7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874" y="1929516"/>
            <a:ext cx="10421498" cy="4021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85526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D874B-0886-CA47-DB1E-A9BD004B6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365125"/>
            <a:ext cx="5983941" cy="1325563"/>
          </a:xfrm>
        </p:spPr>
        <p:txBody>
          <a:bodyPr>
            <a:normAutofit/>
          </a:bodyPr>
          <a:lstStyle/>
          <a:p>
            <a:r>
              <a:rPr lang="en-KR" dirty="0"/>
              <a:t>Factory</a:t>
            </a:r>
          </a:p>
        </p:txBody>
      </p:sp>
      <p:pic>
        <p:nvPicPr>
          <p:cNvPr id="9" name="Picture 8" descr="A screenshot of a computer&#10;&#10;Description automatically generated">
            <a:extLst>
              <a:ext uri="{FF2B5EF4-FFF2-40B4-BE49-F238E27FC236}">
                <a16:creationId xmlns:a16="http://schemas.microsoft.com/office/drawing/2014/main" id="{4D982B63-E535-26FE-AF0F-8AB4B7A3D7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874" y="1929516"/>
            <a:ext cx="10421498" cy="4021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3230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D874B-0886-CA47-DB1E-A9BD004B6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365125"/>
            <a:ext cx="5983941" cy="1325563"/>
          </a:xfrm>
        </p:spPr>
        <p:txBody>
          <a:bodyPr>
            <a:normAutofit/>
          </a:bodyPr>
          <a:lstStyle/>
          <a:p>
            <a:r>
              <a:rPr lang="en-KR" dirty="0"/>
              <a:t>Builder</a:t>
            </a:r>
          </a:p>
        </p:txBody>
      </p:sp>
      <p:pic>
        <p:nvPicPr>
          <p:cNvPr id="4" name="Picture 3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3DF1D8C4-59CC-80D7-6840-590D5D59F6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9169" y="1027906"/>
            <a:ext cx="7772400" cy="5173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5897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E7880-052A-404A-9FC9-D29531E42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API usage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C23B9B-28C9-1445-B86C-3462ACD361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What API did you use?</a:t>
            </a:r>
          </a:p>
          <a:p>
            <a:r>
              <a:rPr lang="en-US"/>
              <a:t>Make sure to show appropriate information (briefly) about up to two API endpoints.</a:t>
            </a:r>
          </a:p>
          <a:p>
            <a:r>
              <a:rPr lang="en-US" b="1"/>
              <a:t>Recommended time limit: [30 seconds]</a:t>
            </a:r>
          </a:p>
        </p:txBody>
      </p:sp>
    </p:spTree>
    <p:extLst>
      <p:ext uri="{BB962C8B-B14F-4D97-AF65-F5344CB8AC3E}">
        <p14:creationId xmlns:p14="http://schemas.microsoft.com/office/powerpoint/2010/main" val="30321708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E7880-052A-404A-9FC9-D29531E42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Specification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C23B9B-28C9-1445-B86C-3462ACD361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Explain what functionality your program provides.</a:t>
            </a:r>
          </a:p>
          <a:p>
            <a:r>
              <a:rPr lang="en-US"/>
              <a:t>You can use whatever format you want — just make sure to clearly and concisely convey this information.</a:t>
            </a:r>
          </a:p>
          <a:p>
            <a:pPr lvl="1"/>
            <a:r>
              <a:rPr lang="en-US"/>
              <a:t>Advice: avoid too many words here and don’t plan to read a full paragraph of text on the slide when presenting — just highlight the key points.</a:t>
            </a:r>
          </a:p>
          <a:p>
            <a:r>
              <a:rPr lang="en-US"/>
              <a:t>Reminder to focus on the WHAT and not the HOW!</a:t>
            </a:r>
          </a:p>
          <a:p>
            <a:r>
              <a:rPr lang="en-US" b="1"/>
              <a:t>Recommended time limit: [1 minute]</a:t>
            </a:r>
          </a:p>
        </p:txBody>
      </p:sp>
    </p:spTree>
    <p:extLst>
      <p:ext uri="{BB962C8B-B14F-4D97-AF65-F5344CB8AC3E}">
        <p14:creationId xmlns:p14="http://schemas.microsoft.com/office/powerpoint/2010/main" val="2112769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E7880-052A-404A-9FC9-D29531E42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Functionality Demonstration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C23B9B-28C9-1445-B86C-3462ACD361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/>
              <a:t>Make sure to time things out so you can demonstrate at least the core functionality of your team’s program.</a:t>
            </a:r>
          </a:p>
          <a:p>
            <a:r>
              <a:rPr lang="en-US"/>
              <a:t>Each group member’s primary use case should be demonstrated if possible within the time provided.</a:t>
            </a:r>
          </a:p>
          <a:p>
            <a:r>
              <a:rPr lang="en-US"/>
              <a:t>Feel free to demo live or show recordings, but you should have a working version of the program available to demo specific functionality live during the questions after you present if we have questions.</a:t>
            </a:r>
          </a:p>
          <a:p>
            <a:r>
              <a:rPr lang="en-US" b="1"/>
              <a:t>Recommended time limit: [5 minutes]</a:t>
            </a:r>
          </a:p>
          <a:p>
            <a:pPr lvl="1"/>
            <a:r>
              <a:rPr lang="en-US"/>
              <a:t>Make sure to especially rehearse the demo, as it can be easy to spend too much time here!</a:t>
            </a:r>
          </a:p>
          <a:p>
            <a:r>
              <a:rPr lang="en-US" b="1"/>
              <a:t>NOTE: depending on how your team decides to present, it might be appropriate to wait until the end to do your demo.</a:t>
            </a:r>
          </a:p>
        </p:txBody>
      </p:sp>
    </p:spTree>
    <p:extLst>
      <p:ext uri="{BB962C8B-B14F-4D97-AF65-F5344CB8AC3E}">
        <p14:creationId xmlns:p14="http://schemas.microsoft.com/office/powerpoint/2010/main" val="8489420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E7880-052A-404A-9FC9-D29531E42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C23B9B-28C9-1445-B86C-3462ACD361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7800"/>
            <a:ext cx="10515600" cy="5257799"/>
          </a:xfrm>
        </p:spPr>
        <p:txBody>
          <a:bodyPr>
            <a:normAutofit fontScale="85000" lnSpcReduction="20000"/>
          </a:bodyPr>
          <a:lstStyle/>
          <a:p>
            <a:r>
              <a:rPr lang="en-US"/>
              <a:t>How does your program adhere to SOLID?</a:t>
            </a:r>
          </a:p>
          <a:p>
            <a:pPr lvl="1"/>
            <a:r>
              <a:rPr lang="en-US"/>
              <a:t>Should aim to talk about three specific examples present in your project.</a:t>
            </a:r>
          </a:p>
          <a:p>
            <a:r>
              <a:rPr lang="en-US"/>
              <a:t>How does your program adhere to Clean Architecture?</a:t>
            </a:r>
          </a:p>
          <a:p>
            <a:pPr lvl="1"/>
            <a:r>
              <a:rPr lang="en-US"/>
              <a:t>You won’t likely have time to talk about every class in your design, so choose examples that best highlight the overall architecture. A generic “CA Engine” diagram wouldn’t be appropriate — make sure any diagrams are specific to your project (contain names / relevant information about the classes and interfaces in your design)</a:t>
            </a:r>
          </a:p>
          <a:p>
            <a:r>
              <a:rPr lang="en-US"/>
              <a:t>What design patterns are used in your program?</a:t>
            </a:r>
          </a:p>
          <a:p>
            <a:pPr lvl="1"/>
            <a:r>
              <a:rPr lang="en-US"/>
              <a:t>Should aim to talk about two design patterns present in your project.</a:t>
            </a:r>
          </a:p>
          <a:p>
            <a:r>
              <a:rPr lang="en-US" b="1"/>
              <a:t>As appropriate, your team should make use of diagrams and other visuals to convey this information.</a:t>
            </a:r>
          </a:p>
          <a:p>
            <a:r>
              <a:rPr lang="en-US" b="1"/>
              <a:t>Almost always, diagrams will be more effective than showing the details of the code.</a:t>
            </a:r>
          </a:p>
          <a:p>
            <a:r>
              <a:rPr lang="en-US"/>
              <a:t>Roughly, your team might aim for something like 2 slides per design topic, so 6 in total about design, but the exact number can vary depending on how you are presenting the information.</a:t>
            </a:r>
          </a:p>
          <a:p>
            <a:r>
              <a:rPr lang="en-US" b="1"/>
              <a:t>Recommended time limit: [6 minutes]</a:t>
            </a:r>
          </a:p>
        </p:txBody>
      </p:sp>
    </p:spTree>
    <p:extLst>
      <p:ext uri="{BB962C8B-B14F-4D97-AF65-F5344CB8AC3E}">
        <p14:creationId xmlns:p14="http://schemas.microsoft.com/office/powerpoint/2010/main" val="6150788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E7880-052A-404A-9FC9-D29531E42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C23B9B-28C9-1445-B86C-3462ACD361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Include some kind of table or screenshot showing the code coverage of your project.</a:t>
            </a:r>
          </a:p>
          <a:p>
            <a:pPr lvl="1"/>
            <a:r>
              <a:rPr lang="en-US"/>
              <a:t>Make sure it clearly indicates line coverage.</a:t>
            </a:r>
          </a:p>
          <a:p>
            <a:r>
              <a:rPr lang="en-US"/>
              <a:t>Talk about how your team approached testing / why you didn’t test specific parts.</a:t>
            </a:r>
          </a:p>
          <a:p>
            <a:r>
              <a:rPr lang="en-US" b="1"/>
              <a:t>Recommended time limit: [1 minute]</a:t>
            </a:r>
          </a:p>
        </p:txBody>
      </p:sp>
    </p:spTree>
    <p:extLst>
      <p:ext uri="{BB962C8B-B14F-4D97-AF65-F5344CB8AC3E}">
        <p14:creationId xmlns:p14="http://schemas.microsoft.com/office/powerpoint/2010/main" val="30981865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E7880-052A-404A-9FC9-D29531E42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Code Organization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C23B9B-28C9-1445-B86C-3462ACD361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Talk about how your team organized your code.</a:t>
            </a:r>
          </a:p>
          <a:p>
            <a:r>
              <a:rPr lang="en-US"/>
              <a:t>How did you package your code?</a:t>
            </a:r>
          </a:p>
          <a:p>
            <a:r>
              <a:rPr lang="en-US" b="1"/>
              <a:t>Recommended time limit: [30 seconds]</a:t>
            </a:r>
          </a:p>
        </p:txBody>
      </p:sp>
    </p:spTree>
    <p:extLst>
      <p:ext uri="{BB962C8B-B14F-4D97-AF65-F5344CB8AC3E}">
        <p14:creationId xmlns:p14="http://schemas.microsoft.com/office/powerpoint/2010/main" val="20053614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E7880-052A-404A-9FC9-D29531E42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End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C23B9B-28C9-1445-B86C-3462ACD361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Time permitting, your team can highlight anything else about the project which you want to share.</a:t>
            </a:r>
          </a:p>
          <a:p>
            <a:r>
              <a:rPr lang="en-US"/>
              <a:t>You’ll likely fill the time with covering the required rubric elements, so only use this slide if you have extra time to fill.</a:t>
            </a:r>
          </a:p>
          <a:p>
            <a:r>
              <a:rPr lang="en-US"/>
              <a:t>The recommended time limits would put your presentation at 14 minutes, so you’ll have about 1 minute of time to allocate as needed to parts of the presentation you want to emphasize.</a:t>
            </a:r>
          </a:p>
        </p:txBody>
      </p:sp>
    </p:spTree>
    <p:extLst>
      <p:ext uri="{BB962C8B-B14F-4D97-AF65-F5344CB8AC3E}">
        <p14:creationId xmlns:p14="http://schemas.microsoft.com/office/powerpoint/2010/main" val="41928388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78aac226-2f03-4b4d-9037-b46d56c55210}" enabled="0" method="" siteId="{78aac226-2f03-4b4d-9037-b46d56c55210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657</Words>
  <Application>Microsoft Macintosh PowerPoint</Application>
  <PresentationFormat>Widescreen</PresentationFormat>
  <Paragraphs>63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Calibri Light</vt:lpstr>
      <vt:lpstr>Office Theme</vt:lpstr>
      <vt:lpstr>CSC207 Final Project Presentation Template</vt:lpstr>
      <vt:lpstr>OCP</vt:lpstr>
      <vt:lpstr>SRP</vt:lpstr>
      <vt:lpstr>SRP</vt:lpstr>
      <vt:lpstr>SRP</vt:lpstr>
      <vt:lpstr>SRP</vt:lpstr>
      <vt:lpstr>SRP</vt:lpstr>
      <vt:lpstr>SRP</vt:lpstr>
      <vt:lpstr>DIP</vt:lpstr>
      <vt:lpstr>Observer</vt:lpstr>
      <vt:lpstr>Facade</vt:lpstr>
      <vt:lpstr>Dependency Injection</vt:lpstr>
      <vt:lpstr>Factory</vt:lpstr>
      <vt:lpstr>Factory</vt:lpstr>
      <vt:lpstr>Builder</vt:lpstr>
      <vt:lpstr>API usage</vt:lpstr>
      <vt:lpstr>Specification</vt:lpstr>
      <vt:lpstr>Functionality Demonstration</vt:lpstr>
      <vt:lpstr>Design</vt:lpstr>
      <vt:lpstr>Testing</vt:lpstr>
      <vt:lpstr>Code Organization</vt:lpstr>
      <vt:lpstr>The 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CSC207 Final Project Presentation Template</dc:title>
  <dc:creator>Jonathan Calver</dc:creator>
  <cp:lastModifiedBy>Seonghyun Ban</cp:lastModifiedBy>
  <cp:revision>3</cp:revision>
  <dcterms:created xsi:type="dcterms:W3CDTF">2023-11-09T22:18:24Z</dcterms:created>
  <dcterms:modified xsi:type="dcterms:W3CDTF">2024-08-08T22:16:17Z</dcterms:modified>
</cp:coreProperties>
</file>